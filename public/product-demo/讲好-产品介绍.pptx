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b1240622c246ee" /><Relationship Type="http://schemas.openxmlformats.org/officeDocument/2006/relationships/extended-properties" Target="/docProps/app.xml" Id="Rd6b7d45d84d5437d" /><Relationship Type="http://schemas.openxmlformats.org/officeDocument/2006/relationships/officeDocument" Target="/ppt/presentation.xml" Id="R7ada64ccc1fa41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9571080dfe4fd3"/>
  </p:sldMasterIdLst>
  <p:notesMasterIdLst>
    <p:notesMasterId xmlns:r="http://schemas.openxmlformats.org/officeDocument/2006/relationships" r:id="R9e5498d1eeb04b44"/>
  </p:notesMasterIdLst>
  <p:sldIdLst>
    <p:sldId xmlns:r="http://schemas.openxmlformats.org/officeDocument/2006/relationships" id="256" r:id="R094577f0656f4376"/>
    <p:sldId xmlns:r="http://schemas.openxmlformats.org/officeDocument/2006/relationships" id="257" r:id="R8f11490e0100483b"/>
    <p:sldId xmlns:r="http://schemas.openxmlformats.org/officeDocument/2006/relationships" id="258" r:id="Re744c262cb3f4e31"/>
    <p:sldId xmlns:r="http://schemas.openxmlformats.org/officeDocument/2006/relationships" id="259" r:id="Read60a6371274c1c"/>
    <p:sldId xmlns:r="http://schemas.openxmlformats.org/officeDocument/2006/relationships" id="260" r:id="R6e5ab5e2ea9e45e2"/>
    <p:sldId xmlns:r="http://schemas.openxmlformats.org/officeDocument/2006/relationships" id="261" r:id="R51933fbf85404626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42f7cea1ab41b4" /><Relationship Type="http://schemas.openxmlformats.org/officeDocument/2006/relationships/slideMaster" Target="/ppt/slideMasters/slideMaster1.xml" Id="Rda9571080dfe4fd3" /><Relationship Type="http://schemas.openxmlformats.org/officeDocument/2006/relationships/notesMaster" Target="/ppt/notesMasters/notesMaster1.xml" Id="R9e5498d1eeb04b44" /><Relationship Type="http://schemas.openxmlformats.org/officeDocument/2006/relationships/presProps" Target="/ppt/presProps.xml" Id="R761924fb90044cb8" /><Relationship Type="http://schemas.openxmlformats.org/officeDocument/2006/relationships/viewProps" Target="/ppt/viewProps.xml" Id="R429407d2cd22412a" /><Relationship Type="http://schemas.openxmlformats.org/officeDocument/2006/relationships/tableStyles" Target="/ppt/tableStyles.xml" Id="Rbc68d49a1a7e4508" /><Relationship Type="http://schemas.openxmlformats.org/officeDocument/2006/relationships/slide" Target="/ppt/slides/slide1.xml" Id="R094577f0656f4376" /><Relationship Type="http://schemas.openxmlformats.org/officeDocument/2006/relationships/slide" Target="/ppt/slides/slide2.xml" Id="R8f11490e0100483b" /><Relationship Type="http://schemas.openxmlformats.org/officeDocument/2006/relationships/slide" Target="/ppt/slides/slide3.xml" Id="Re744c262cb3f4e31" /><Relationship Type="http://schemas.openxmlformats.org/officeDocument/2006/relationships/slide" Target="/ppt/slides/slide4.xml" Id="Read60a6371274c1c" /><Relationship Type="http://schemas.openxmlformats.org/officeDocument/2006/relationships/slide" Target="/ppt/slides/slide5.xml" Id="R6e5ab5e2ea9e45e2" /><Relationship Type="http://schemas.openxmlformats.org/officeDocument/2006/relationships/slide" Target="/ppt/slides/slide6.xml" Id="R51933fbf854046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d78ac3ba7e43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494734d2944b9b" /><Relationship Type="http://schemas.openxmlformats.org/officeDocument/2006/relationships/notesMaster" Target="/ppt/notesMasters/notesMaster1.xml" Id="R05252d5dddef40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481c9a05724640" /><Relationship Type="http://schemas.openxmlformats.org/officeDocument/2006/relationships/notesMaster" Target="/ppt/notesMasters/notesMaster1.xml" Id="Re7b67839e23940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0a46dbd75a4262" /><Relationship Type="http://schemas.openxmlformats.org/officeDocument/2006/relationships/notesMaster" Target="/ppt/notesMasters/notesMaster1.xml" Id="R85748a35f75340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fd7014f38d44b6" /><Relationship Type="http://schemas.openxmlformats.org/officeDocument/2006/relationships/notesMaster" Target="/ppt/notesMasters/notesMaster1.xml" Id="R245478d17b824c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1262ceedaf4c80" /><Relationship Type="http://schemas.openxmlformats.org/officeDocument/2006/relationships/notesMaster" Target="/ppt/notesMasters/notesMaster1.xml" Id="Rf7495d94473946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f2cab4e33b4a6c" /><Relationship Type="http://schemas.openxmlformats.org/officeDocument/2006/relationships/notesMaster" Target="/ppt/notesMasters/notesMaster1.xml" Id="Ra2bbac8b4a6449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有没有过这样的经历？演讲稿写好了，打开幻灯片，却不知道第一张该怎么做。把文字全贴上去，观众就低头读字。想做得好看，又花了很久调字体、找图片。你真正想做的，其实是把一件事讲明白。讲好，就是从这里开始的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把审美放在产品的中心。一个观点，该用大字让人记住，还是用一张画面让人理解？故事需要怎样的气氛？留白要留在哪里？页面随着内容变化，整场又保持共同的气质。让你想说的话，成为值得看见的画面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用起来也很简单。你提供演讲逐字稿，先把自己的表达写清楚。讲好 会提取观点，划分演讲单元，再区分哪些内容适合上屏，哪些应该留给你讲。观众看见重点，你的完整讲稿依然保留。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接下来，它根据每一页要表达的意思，安排画面与配图。你可以先试一页，看看效果，再决定要不要做整场。满意的画面保留，需要调整的页面单独修改。这样，一段稿子就能逐步变成你愿意拿上台的演讲。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还可以给它配上声音。选择播音员音色，或者使用已经接入的个人声音。自动情感编排会结合讲稿，安排语速、重点和停顿。设问时给听众一点思考的时间，关键观点讲得更清楚。画面和声音一起，把这场演讲完整地呈现出来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现在你看到的这段介绍，页面和配音都由 讲好 实际制作。准备一段你想讲的话，从第一张画面开始。你专心表达，我们认真把它做好看。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e714cde27141e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7e79e131f342b3" /><Relationship Type="http://schemas.openxmlformats.org/officeDocument/2006/relationships/slideLayout" Target="/ppt/slideLayouts/slideLayout1.xml" Id="Rf2741e5870f3437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741e5870f3437c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d66e5847148eb" /><Relationship Type="http://schemas.openxmlformats.org/officeDocument/2006/relationships/image" Target="/ppt/media/image.png" Id="R9ba2668af66143e7" /><Relationship Type="http://schemas.openxmlformats.org/officeDocument/2006/relationships/image" Target="/ppt/media/image2.png" Id="Re4fc95fc927a465d" /><Relationship Type="http://schemas.openxmlformats.org/officeDocument/2006/relationships/image" Target="/ppt/media/image.svg" Id="R9cefd66420f74e7b" /><Relationship Type="http://schemas.openxmlformats.org/officeDocument/2006/relationships/notesSlide" Target="/ppt/notesSlides/notesSlide1.xml" Id="R47b5c1e7165443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4f17daf834fac" /><Relationship Type="http://schemas.openxmlformats.org/officeDocument/2006/relationships/image" Target="/ppt/media/image.jpeg" Id="Rbeca6300118d4830" /><Relationship Type="http://schemas.openxmlformats.org/officeDocument/2006/relationships/image" Target="/ppt/media/image3.png" Id="R8829836a14d9403e" /><Relationship Type="http://schemas.openxmlformats.org/officeDocument/2006/relationships/image" Target="/ppt/media/image2.svg" Id="Rab9bf5445b8d411b" /><Relationship Type="http://schemas.openxmlformats.org/officeDocument/2006/relationships/notesSlide" Target="/ppt/notesSlides/notesSlide2.xml" Id="Ra4ed61ff27ce4b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726460a4f42f7" /><Relationship Type="http://schemas.openxmlformats.org/officeDocument/2006/relationships/image" Target="/ppt/media/image4.png" Id="R2346d45616c149e2" /><Relationship Type="http://schemas.openxmlformats.org/officeDocument/2006/relationships/image" Target="/ppt/media/image5.png" Id="R9641ce25adf947c7" /><Relationship Type="http://schemas.openxmlformats.org/officeDocument/2006/relationships/image" Target="/ppt/media/image3.svg" Id="R9e85985827ae4fdd" /><Relationship Type="http://schemas.openxmlformats.org/officeDocument/2006/relationships/notesSlide" Target="/ppt/notesSlides/notesSlide3.xml" Id="R35f47bcaca674c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e057167354397" /><Relationship Type="http://schemas.openxmlformats.org/officeDocument/2006/relationships/image" Target="/ppt/media/image2.jpeg" Id="R82c784e720e54d6c" /><Relationship Type="http://schemas.openxmlformats.org/officeDocument/2006/relationships/image" Target="/ppt/media/image6.png" Id="Rd33f32cdb6f74450" /><Relationship Type="http://schemas.openxmlformats.org/officeDocument/2006/relationships/image" Target="/ppt/media/image4.svg" Id="Rd82aeb1052f04002" /><Relationship Type="http://schemas.openxmlformats.org/officeDocument/2006/relationships/notesSlide" Target="/ppt/notesSlides/notesSlide4.xml" Id="R1ecbd196f8df4c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971b8878e4f0a" /><Relationship Type="http://schemas.openxmlformats.org/officeDocument/2006/relationships/image" Target="/ppt/media/image3.jpeg" Id="Re1bdb8cb7b1a4b5a" /><Relationship Type="http://schemas.openxmlformats.org/officeDocument/2006/relationships/image" Target="/ppt/media/image7.png" Id="R4298a13d5ae04953" /><Relationship Type="http://schemas.openxmlformats.org/officeDocument/2006/relationships/image" Target="/ppt/media/image5.svg" Id="Ra543ed9602544cf9" /><Relationship Type="http://schemas.openxmlformats.org/officeDocument/2006/relationships/notesSlide" Target="/ppt/notesSlides/notesSlide5.xml" Id="R38ac72701b0f47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ddf857ff84c84" /><Relationship Type="http://schemas.openxmlformats.org/officeDocument/2006/relationships/image" Target="/ppt/media/image8.png" Id="Rc7d1e2e4f7d34633" /><Relationship Type="http://schemas.openxmlformats.org/officeDocument/2006/relationships/image" Target="/ppt/media/image9.png" Id="R52bc60e886804866" /><Relationship Type="http://schemas.openxmlformats.org/officeDocument/2006/relationships/image" Target="/ppt/media/image6.svg" Id="Rc26701b729844bfb" /><Relationship Type="http://schemas.openxmlformats.org/officeDocument/2006/relationships/notesSlide" Target="/ppt/notesSlides/notesSlide6.xml" Id="R8036868bf09442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整页图片 1">
            <a:extLst xmlns:a="http://schemas.openxmlformats.org/drawingml/2006/main">
              <a:ext uri="{FF2B5EF4-FFF2-40B4-BE49-F238E27FC236}">
                <a16:creationId xmlns:a16="http://schemas.microsoft.com/office/drawing/2014/main" id="{A818114D-68D5-4484-B071-C7D53083F6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2668af66143e7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C953E-FCF6-4D61-9D0B-0614A0BFD8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c95fc927a465d">
            <a:extLst>
              <a:ext uri="{96DAC541-7B7A-43D3-8B79-37D633B846F1}">
                <asvg:svgBlip xmlns:asvg="http://schemas.microsoft.com/office/drawing/2016/SVG/main" r:embed="R9cefd66420f74e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0050" y="161925"/>
            <a:ext cx="1133475" cy="333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7316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整页图片 2">
            <a:extLst xmlns:a="http://schemas.openxmlformats.org/drawingml/2006/main">
              <a:ext uri="{FF2B5EF4-FFF2-40B4-BE49-F238E27FC236}">
                <a16:creationId xmlns:a16="http://schemas.microsoft.com/office/drawing/2014/main" id="{4AE3EEF5-B4AA-48A0-B677-DAA11F49E3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a6300118d48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30E24-429E-4B89-B121-5D2796E3B3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29836a14d9403e">
            <a:extLst>
              <a:ext uri="{96DAC541-7B7A-43D3-8B79-37D633B846F1}">
                <asvg:svgBlip xmlns:asvg="http://schemas.microsoft.com/office/drawing/2016/SVG/main" r:embed="Rab9bf5445b8d41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0050" y="161925"/>
            <a:ext cx="1133475" cy="333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5510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整页图片 3">
            <a:extLst xmlns:a="http://schemas.openxmlformats.org/drawingml/2006/main">
              <a:ext uri="{FF2B5EF4-FFF2-40B4-BE49-F238E27FC236}">
                <a16:creationId xmlns:a16="http://schemas.microsoft.com/office/drawing/2014/main" id="{6D211DF0-FF27-4F02-92C5-96D24F8B4E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6d45616c149e2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D76B2-12B1-43EE-A6DD-8ED7A7F524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1ce25adf947c7">
            <a:extLst>
              <a:ext uri="{96DAC541-7B7A-43D3-8B79-37D633B846F1}">
                <asvg:svgBlip xmlns:asvg="http://schemas.microsoft.com/office/drawing/2016/SVG/main" r:embed="R9e85985827ae4f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0050" y="161925"/>
            <a:ext cx="1133475" cy="333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8115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整页图片 4">
            <a:extLst xmlns:a="http://schemas.openxmlformats.org/drawingml/2006/main">
              <a:ext uri="{FF2B5EF4-FFF2-40B4-BE49-F238E27FC236}">
                <a16:creationId xmlns:a16="http://schemas.microsoft.com/office/drawing/2014/main" id="{87838B3E-C569-467B-98CF-BFE74BE4CF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c784e720e54d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90460-D589-4421-B60C-2E2A32DB7B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f32cdb6f74450">
            <a:extLst>
              <a:ext uri="{96DAC541-7B7A-43D3-8B79-37D633B846F1}">
                <asvg:svgBlip xmlns:asvg="http://schemas.microsoft.com/office/drawing/2016/SVG/main" r:embed="Rd82aeb1052f0400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0050" y="161925"/>
            <a:ext cx="1133475" cy="333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4408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整页图片 5">
            <a:extLst xmlns:a="http://schemas.openxmlformats.org/drawingml/2006/main">
              <a:ext uri="{FF2B5EF4-FFF2-40B4-BE49-F238E27FC236}">
                <a16:creationId xmlns:a16="http://schemas.microsoft.com/office/drawing/2014/main" id="{193DCD97-A863-4E89-88AA-07D6CD3B10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db8cb7b1a4b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D75A5-886F-496C-8968-D44E7315BB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8a13d5ae04953">
            <a:extLst>
              <a:ext uri="{96DAC541-7B7A-43D3-8B79-37D633B846F1}">
                <asvg:svgBlip xmlns:asvg="http://schemas.microsoft.com/office/drawing/2016/SVG/main" r:embed="Ra543ed9602544cf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0050" y="161925"/>
            <a:ext cx="1133475" cy="333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0554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整页图片 6">
            <a:extLst xmlns:a="http://schemas.openxmlformats.org/drawingml/2006/main">
              <a:ext uri="{FF2B5EF4-FFF2-40B4-BE49-F238E27FC236}">
                <a16:creationId xmlns:a16="http://schemas.microsoft.com/office/drawing/2014/main" id="{58A5DCC6-7AC3-44EC-B55A-E9173D8FBB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1e2e4f7d34633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D7B3D-C7C6-466F-A026-7DDD1A5E40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c60e886804866">
            <a:extLst>
              <a:ext uri="{96DAC541-7B7A-43D3-8B79-37D633B846F1}">
                <asvg:svgBlip xmlns:asvg="http://schemas.microsoft.com/office/drawing/2016/SVG/main" r:embed="Rc26701b729844b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0050" y="161925"/>
            <a:ext cx="1133475" cy="333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69024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2026-10-12T06:39:31.9780000Z</dcterms:created>
  <dcterms:modified xsi:type="dcterms:W3CDTF">2026-10-12T06:39:31.9780000Z</dcterms:modified>
</coreProperties>
</file>